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6858000" cy="1000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160" y="-1282"/>
      </p:cViewPr>
      <p:guideLst>
        <p:guide orient="horz" pos="3175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37819"/>
            <a:ext cx="5829300" cy="34841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56307"/>
            <a:ext cx="5143500" cy="241618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81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21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94953"/>
            <a:ext cx="5915025" cy="41628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97218"/>
            <a:ext cx="5915025" cy="21891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07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64060"/>
            <a:ext cx="2914650" cy="6349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64060"/>
            <a:ext cx="2914650" cy="6349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5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2814"/>
            <a:ext cx="5915025" cy="193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53253"/>
            <a:ext cx="2901255" cy="120230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55554"/>
            <a:ext cx="2901255" cy="5376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53253"/>
            <a:ext cx="2915543" cy="120230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55554"/>
            <a:ext cx="2915543" cy="5376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0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64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42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7173"/>
            <a:ext cx="2211884" cy="233510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40911"/>
            <a:ext cx="3471863" cy="711188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02280"/>
            <a:ext cx="2211884" cy="556209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2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7173"/>
            <a:ext cx="2211884" cy="233510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40911"/>
            <a:ext cx="3471863" cy="71118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02280"/>
            <a:ext cx="2211884" cy="556209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8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54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32812"/>
            <a:ext cx="1478756" cy="84809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32812"/>
            <a:ext cx="4350544" cy="84809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03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32814"/>
            <a:ext cx="5915025" cy="193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64060"/>
            <a:ext cx="5915025" cy="634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275565"/>
            <a:ext cx="1543050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87AAC-0904-45BE-AAD3-E44DE8BFCF4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275565"/>
            <a:ext cx="2314575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275565"/>
            <a:ext cx="1543050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F8363-F3C2-456C-8ED4-C9FB645A8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A4CB0C-E6ED-A768-BE8A-6C74791B1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 – VA Sync with Umbrella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93B5D0-DA37-4796-8BFD-CDA0ED7A7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17" y="1591106"/>
            <a:ext cx="5915025" cy="31471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9E1AD5-0E0A-D9FC-29D5-472BE857BCFA}"/>
              </a:ext>
            </a:extLst>
          </p:cNvPr>
          <p:cNvSpPr txBox="1"/>
          <p:nvPr/>
        </p:nvSpPr>
        <p:spPr>
          <a:xfrm>
            <a:off x="-1" y="944775"/>
            <a:ext cx="685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executing the OPENDNS-windows configuration script, we can see the below domain is added in the site and active directory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A10108-3A9B-E253-F47E-E5B7B065F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36" y="7323585"/>
            <a:ext cx="4859840" cy="26124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9B1612-5DF9-DCDB-5738-05394B969071}"/>
              </a:ext>
            </a:extLst>
          </p:cNvPr>
          <p:cNvSpPr txBox="1"/>
          <p:nvPr/>
        </p:nvSpPr>
        <p:spPr>
          <a:xfrm>
            <a:off x="1" y="4738262"/>
            <a:ext cx="68579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Step-1: Execute the OpenDNS-</a:t>
            </a:r>
            <a:r>
              <a:rPr lang="en-US" dirty="0" err="1"/>
              <a:t>Windowexecutionscript.mrf</a:t>
            </a:r>
            <a:endParaRPr lang="en-US" dirty="0"/>
          </a:p>
          <a:p>
            <a:pPr algn="just"/>
            <a:r>
              <a:rPr lang="en-US" dirty="0"/>
              <a:t>Step-2: Execute the OpenDNS-Window-</a:t>
            </a:r>
            <a:r>
              <a:rPr lang="en-US" dirty="0" err="1"/>
              <a:t>Service.mrf</a:t>
            </a:r>
            <a:endParaRPr lang="en-US" dirty="0"/>
          </a:p>
          <a:p>
            <a:pPr algn="just"/>
            <a:br>
              <a:rPr lang="en-US" dirty="0"/>
            </a:br>
            <a:r>
              <a:rPr lang="en-US" dirty="0"/>
              <a:t>As shown in the image below, the Umbrella AD Connector service is responsible for updating user and group information in Cisco Umbrella whenever changes occur in the local network.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we want for specific group then we can create the below specific file on that location that defines synchronized groups.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38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18AB7-D518-9AB5-1E8D-F0F8A55F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B268FA-0647-313D-F66B-B2090EE9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3976AD-436A-5B2E-A655-5D8DF9D5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" y="956006"/>
            <a:ext cx="3236607" cy="28426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6626C4-254B-CEFC-FB3E-CC60E10B2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993" y="1013262"/>
            <a:ext cx="3236607" cy="27854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B23A4B-81D3-5710-20F6-39B02DD180A3}"/>
              </a:ext>
            </a:extLst>
          </p:cNvPr>
          <p:cNvSpPr txBox="1"/>
          <p:nvPr/>
        </p:nvSpPr>
        <p:spPr>
          <a:xfrm>
            <a:off x="1209040" y="392176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315337-DEC0-9C1C-B8C6-E85C0CD31F4B}"/>
              </a:ext>
            </a:extLst>
          </p:cNvPr>
          <p:cNvSpPr txBox="1"/>
          <p:nvPr/>
        </p:nvSpPr>
        <p:spPr>
          <a:xfrm>
            <a:off x="4721536" y="3935492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2403A5-EBAB-CFFE-9AD6-5A191504A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66" y="4000088"/>
            <a:ext cx="6085840" cy="20074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C1790D-CF75-867A-DF8A-089F533B4C75}"/>
              </a:ext>
            </a:extLst>
          </p:cNvPr>
          <p:cNvSpPr txBox="1"/>
          <p:nvPr/>
        </p:nvSpPr>
        <p:spPr>
          <a:xfrm>
            <a:off x="2133600" y="6086793"/>
            <a:ext cx="300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Securewire-Southoffice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1318F8-73F0-C6E8-7827-3A50C777E82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566160" y="5293360"/>
            <a:ext cx="71120" cy="7934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67272C9-22BB-B32B-E670-6DD523A92EBC}"/>
              </a:ext>
            </a:extLst>
          </p:cNvPr>
          <p:cNvSpPr txBox="1"/>
          <p:nvPr/>
        </p:nvSpPr>
        <p:spPr>
          <a:xfrm>
            <a:off x="81279" y="6688852"/>
            <a:ext cx="670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users:</a:t>
            </a:r>
            <a:br>
              <a:rPr lang="en-US" dirty="0"/>
            </a:br>
            <a:r>
              <a:rPr lang="en-US" dirty="0"/>
              <a:t>Username		Group		</a:t>
            </a:r>
          </a:p>
          <a:p>
            <a:r>
              <a:rPr lang="en-US" dirty="0"/>
              <a:t>Max                            IT    (properties-&gt;</a:t>
            </a:r>
            <a:r>
              <a:rPr lang="en-US" dirty="0" err="1"/>
              <a:t>Memberof+add</a:t>
            </a:r>
            <a:r>
              <a:rPr lang="en-US" dirty="0"/>
              <a:t>(it))</a:t>
            </a:r>
            <a:br>
              <a:rPr lang="en-US" dirty="0"/>
            </a:br>
            <a:r>
              <a:rPr lang="en-US" dirty="0"/>
              <a:t>Bob				Executive</a:t>
            </a:r>
          </a:p>
          <a:p>
            <a:r>
              <a:rPr lang="en-US" dirty="0"/>
              <a:t>Shirley			HR 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(we can check above info in core identities section -&gt; user and group)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Services.msc</a:t>
            </a:r>
            <a:br>
              <a:rPr lang="en-US" dirty="0"/>
            </a:br>
            <a:r>
              <a:rPr lang="en-US" dirty="0"/>
              <a:t>OpenDNS Connector  -&gt;  Restart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47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D207-4433-FE4E-8692-493ED858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EBBB05-5DE0-287D-DB2C-62AA1EBB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B11B3-9D88-783F-62A5-F933A484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" y="1088086"/>
            <a:ext cx="6586538" cy="2993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1A6E46-C185-7F5D-4548-4844D00CD3C1}"/>
              </a:ext>
            </a:extLst>
          </p:cNvPr>
          <p:cNvSpPr txBox="1"/>
          <p:nvPr/>
        </p:nvSpPr>
        <p:spPr>
          <a:xfrm>
            <a:off x="135731" y="4629150"/>
            <a:ext cx="6586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DNS policy for IT user: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A97D1-0FAD-952D-6F13-672187E7E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5086569"/>
            <a:ext cx="6305086" cy="35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E310-272F-E136-5D8C-798F1119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9F20FE-64FA-06BB-7B8D-80DB8A8F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99D4E-6312-EBE2-EEEE-B08941871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9" t="6228"/>
          <a:stretch>
            <a:fillRect/>
          </a:stretch>
        </p:blipFill>
        <p:spPr>
          <a:xfrm>
            <a:off x="304800" y="1022391"/>
            <a:ext cx="5821680" cy="3193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F418D-4DB8-BC08-D83C-5ED9D24EA432}"/>
              </a:ext>
            </a:extLst>
          </p:cNvPr>
          <p:cNvSpPr txBox="1"/>
          <p:nvPr/>
        </p:nvSpPr>
        <p:spPr>
          <a:xfrm>
            <a:off x="3977640" y="2386254"/>
            <a:ext cx="178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 groups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16E129-D34D-A530-14A6-8045C1333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296" b="50791"/>
          <a:stretch>
            <a:fillRect/>
          </a:stretch>
        </p:blipFill>
        <p:spPr>
          <a:xfrm>
            <a:off x="0" y="4392391"/>
            <a:ext cx="2057400" cy="1683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637BA9-9071-2BE3-A0DD-9D8035704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045" y="4215820"/>
            <a:ext cx="3747042" cy="2074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43E433-4CB1-411A-11A9-1C99E1264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79" y="6778579"/>
            <a:ext cx="4639322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9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BDA7-D82C-1BEA-2462-B59D4F9E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2671B3D-123A-74CC-B315-D1D2DC9E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303650"/>
            <a:ext cx="3166850" cy="17465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9AA3CFA-4B74-2EAE-A39C-64F27D5D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3D891-0E55-BAF6-EBDB-5EEA7C672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721"/>
            <a:ext cx="3150485" cy="2529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E1710-55E8-BE41-A30F-CEC7256F01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33"/>
          <a:stretch>
            <a:fillRect/>
          </a:stretch>
        </p:blipFill>
        <p:spPr>
          <a:xfrm>
            <a:off x="3150485" y="1214121"/>
            <a:ext cx="3637280" cy="17465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F4806E-BC77-F2A0-92BD-E48BEA86D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6" y="3602291"/>
            <a:ext cx="3129159" cy="2432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23D1CF-0B27-E98C-35B4-E042FF89BC48}"/>
              </a:ext>
            </a:extLst>
          </p:cNvPr>
          <p:cNvSpPr txBox="1"/>
          <p:nvPr/>
        </p:nvSpPr>
        <p:spPr>
          <a:xfrm>
            <a:off x="4364605" y="3095229"/>
            <a:ext cx="120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(Template)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EDFC54-D2B0-9880-E6D1-C8DFAF8DED8A}"/>
              </a:ext>
            </a:extLst>
          </p:cNvPr>
          <p:cNvCxnSpPr/>
          <p:nvPr/>
        </p:nvCxnSpPr>
        <p:spPr>
          <a:xfrm>
            <a:off x="2249424" y="4383024"/>
            <a:ext cx="1359408" cy="1158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6B61664A-E725-0A46-3FF0-036841B20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47" y="6427975"/>
            <a:ext cx="2963652" cy="329873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840CB0-370F-CD53-0B7F-C80EF2927E49}"/>
              </a:ext>
            </a:extLst>
          </p:cNvPr>
          <p:cNvCxnSpPr>
            <a:cxnSpLocks/>
          </p:cNvCxnSpPr>
          <p:nvPr/>
        </p:nvCxnSpPr>
        <p:spPr>
          <a:xfrm flipH="1">
            <a:off x="1200150" y="5921249"/>
            <a:ext cx="4972050" cy="6367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6FBB34D-4D51-6EC7-B7D0-E0CE302416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614" y="6704075"/>
            <a:ext cx="2993908" cy="20894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1DC373-13EC-EBF9-A349-856201F18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1957" y="8246345"/>
            <a:ext cx="3116238" cy="148036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A6A1A4-8B05-B0A4-19D1-8B2EC0644B2B}"/>
              </a:ext>
            </a:extLst>
          </p:cNvPr>
          <p:cNvCxnSpPr>
            <a:cxnSpLocks/>
          </p:cNvCxnSpPr>
          <p:nvPr/>
        </p:nvCxnSpPr>
        <p:spPr>
          <a:xfrm flipV="1">
            <a:off x="2505456" y="7504176"/>
            <a:ext cx="1103376" cy="12893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E832EE-D814-5356-5A02-EDFB973F904D}"/>
              </a:ext>
            </a:extLst>
          </p:cNvPr>
          <p:cNvCxnSpPr>
            <a:cxnSpLocks/>
          </p:cNvCxnSpPr>
          <p:nvPr/>
        </p:nvCxnSpPr>
        <p:spPr>
          <a:xfrm flipH="1">
            <a:off x="4194048" y="8100233"/>
            <a:ext cx="2103120" cy="4585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E397-1C8D-1EF7-CBED-0B2342EF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2AD57CD-78ED-D2E1-C1C2-BE1B79C1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303650"/>
            <a:ext cx="3166850" cy="17465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903F59B-7327-2AB5-D1F0-F34F71E6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4149E-FB5C-05D7-D427-6CF662620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721"/>
            <a:ext cx="3150485" cy="2529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98143E-2E9E-9245-6F78-563AC9C906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33"/>
          <a:stretch>
            <a:fillRect/>
          </a:stretch>
        </p:blipFill>
        <p:spPr>
          <a:xfrm>
            <a:off x="3150485" y="1214121"/>
            <a:ext cx="3637280" cy="17465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FABFAA-F93D-EDBB-A215-97EB4503C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6" y="3602291"/>
            <a:ext cx="3129159" cy="2432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B9AB28-8B32-6AB1-0B71-CC28CB1F4CA1}"/>
              </a:ext>
            </a:extLst>
          </p:cNvPr>
          <p:cNvSpPr txBox="1"/>
          <p:nvPr/>
        </p:nvSpPr>
        <p:spPr>
          <a:xfrm>
            <a:off x="4364605" y="3095229"/>
            <a:ext cx="120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(Template)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1E2E3B-7641-7894-E16B-02363958CF1D}"/>
              </a:ext>
            </a:extLst>
          </p:cNvPr>
          <p:cNvCxnSpPr/>
          <p:nvPr/>
        </p:nvCxnSpPr>
        <p:spPr>
          <a:xfrm>
            <a:off x="2249424" y="4383024"/>
            <a:ext cx="1359408" cy="1158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01FB6B0-1759-E377-C363-B89FD9F7A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47" y="6427975"/>
            <a:ext cx="2963652" cy="329873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2FD708-531B-6598-D4EF-4299CEAAB180}"/>
              </a:ext>
            </a:extLst>
          </p:cNvPr>
          <p:cNvCxnSpPr>
            <a:cxnSpLocks/>
          </p:cNvCxnSpPr>
          <p:nvPr/>
        </p:nvCxnSpPr>
        <p:spPr>
          <a:xfrm flipH="1">
            <a:off x="1200150" y="5921249"/>
            <a:ext cx="4972050" cy="6367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C6656EB-C155-9E3E-8855-E3887D6FE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614" y="6704075"/>
            <a:ext cx="2993908" cy="20894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1A1FC03-17EF-ACE2-7752-70193AEC4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1957" y="8246345"/>
            <a:ext cx="3116238" cy="148036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DA5F1B-09EF-2860-EF94-C8ED7050A3DA}"/>
              </a:ext>
            </a:extLst>
          </p:cNvPr>
          <p:cNvCxnSpPr>
            <a:cxnSpLocks/>
          </p:cNvCxnSpPr>
          <p:nvPr/>
        </p:nvCxnSpPr>
        <p:spPr>
          <a:xfrm flipV="1">
            <a:off x="2505456" y="7504176"/>
            <a:ext cx="1103376" cy="12893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6F7C70-2504-6C61-68F8-08FA4971A5E9}"/>
              </a:ext>
            </a:extLst>
          </p:cNvPr>
          <p:cNvCxnSpPr>
            <a:cxnSpLocks/>
          </p:cNvCxnSpPr>
          <p:nvPr/>
        </p:nvCxnSpPr>
        <p:spPr>
          <a:xfrm flipH="1">
            <a:off x="4194048" y="8100233"/>
            <a:ext cx="2103120" cy="4585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30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59E3-5F1B-78D9-2448-3B311B19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3AE6A8-5BFF-87E0-23E3-61DDFB3F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1" y="269666"/>
            <a:ext cx="6243639" cy="3573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32FAA9-66C6-9FC7-3A6C-5605FFCD7CC6}"/>
              </a:ext>
            </a:extLst>
          </p:cNvPr>
          <p:cNvSpPr txBox="1"/>
          <p:nvPr/>
        </p:nvSpPr>
        <p:spPr>
          <a:xfrm>
            <a:off x="457200" y="4572000"/>
            <a:ext cx="425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Similarly create policies for different groups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30CF52-8495-27EC-1099-086024A33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36" y="5476630"/>
            <a:ext cx="6216327" cy="292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6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1A9F-1452-D0E9-1BF1-FC6AEBD8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F7A7E-CF3F-5BE8-E882-C483D7E8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Root CA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805F9-17EE-235E-0800-67AD3AAD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55" y="6520673"/>
            <a:ext cx="2978946" cy="1559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0D664E-C594-3410-495E-D5A9DFD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2" y="988392"/>
            <a:ext cx="5815013" cy="4822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5C2862-3858-7F55-B8CD-D11B10044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700" y="6071696"/>
            <a:ext cx="2727805" cy="24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8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A5E0-7FE6-1EC6-BEF0-69D2B5B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2E9F92-B429-590F-2EC7-10846BD3B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Root CA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1829AF-BE2B-A082-A97F-382A48D4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55" y="6520673"/>
            <a:ext cx="2978946" cy="1559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AC94EA-BB3F-BFF2-AE65-2FAABD2F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2" y="988392"/>
            <a:ext cx="5815013" cy="4822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987ED8-12BD-B8B5-05AA-56D442FF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700" y="6071696"/>
            <a:ext cx="2727805" cy="2457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59F375-E621-18FF-A74E-304352B82D2D}"/>
              </a:ext>
            </a:extLst>
          </p:cNvPr>
          <p:cNvSpPr txBox="1"/>
          <p:nvPr/>
        </p:nvSpPr>
        <p:spPr>
          <a:xfrm>
            <a:off x="885825" y="8329613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IT user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2896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647D-0643-7809-26DE-77519CE2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45577D-1606-692A-0972-FD2392C8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Social media blocked for IT users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167CB-1C13-498E-40D3-6C2B86EDB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3" y="1054599"/>
            <a:ext cx="5243513" cy="348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2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EDA5-E309-AD5A-8E18-06331EC2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99969-F9F5-AD01-F68F-1660620B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White list and Black list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BAAB1-CDDE-1B8F-60CD-94860E19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032100"/>
            <a:ext cx="5500688" cy="2772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3EFCB3-B1E8-CD80-9C3E-E21CB9BE6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991282"/>
            <a:ext cx="5500688" cy="3390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4F4931-3A6D-8A5F-0F88-B08F508B1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7567589"/>
            <a:ext cx="5257800" cy="2007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09EC7F-3C8B-5C44-C2AC-CFD18DE3D991}"/>
              </a:ext>
            </a:extLst>
          </p:cNvPr>
          <p:cNvSpPr/>
          <p:nvPr/>
        </p:nvSpPr>
        <p:spPr>
          <a:xfrm>
            <a:off x="800099" y="7729538"/>
            <a:ext cx="4628427" cy="3264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C00000"/>
                </a:solidFill>
              </a:ln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EF22E-A145-EE1C-D3B7-E9E057BC5766}"/>
              </a:ext>
            </a:extLst>
          </p:cNvPr>
          <p:cNvSpPr txBox="1"/>
          <p:nvPr/>
        </p:nvSpPr>
        <p:spPr>
          <a:xfrm>
            <a:off x="486136" y="7094566"/>
            <a:ext cx="625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will block the connection </a:t>
            </a:r>
            <a:r>
              <a:rPr lang="en-US" dirty="0" err="1"/>
              <a:t>byfault</a:t>
            </a:r>
            <a:r>
              <a:rPr lang="en-US" dirty="0"/>
              <a:t>, we need to allow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52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E32D5-16D0-4141-9602-FF2A50EA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317650-E495-F4BB-4C1B-054916F5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635841"/>
            <a:ext cx="3121072" cy="2214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C699E8-2135-3E5C-B02F-108CD395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487" y="635841"/>
            <a:ext cx="2939123" cy="2214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9EB8E6-9303-1B6A-325A-555125E5B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" y="2984047"/>
            <a:ext cx="3121072" cy="35910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9B71DE-F598-5525-96C3-23531B628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3487" y="3943764"/>
            <a:ext cx="3253740" cy="16716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A74241-08E8-DD8D-88BA-0642C88D1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570" y="6575128"/>
            <a:ext cx="6118860" cy="291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63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E94E-E4C7-610F-156D-E875ACB1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9E61D-64EC-2B5B-6CE6-577EDCAAE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0" y="97743"/>
            <a:ext cx="3198671" cy="2460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30B38D-9CA5-8DEA-95DB-A5D78158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09" y="678864"/>
            <a:ext cx="3198671" cy="1324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9E4A5-63C1-8B44-EC12-B95789798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60" y="3027128"/>
            <a:ext cx="6008079" cy="344312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667963-D90C-93C8-EAF3-1B0A242523F4}"/>
              </a:ext>
            </a:extLst>
          </p:cNvPr>
          <p:cNvCxnSpPr>
            <a:cxnSpLocks/>
          </p:cNvCxnSpPr>
          <p:nvPr/>
        </p:nvCxnSpPr>
        <p:spPr>
          <a:xfrm>
            <a:off x="821803" y="3946967"/>
            <a:ext cx="1579944" cy="31367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D7BBAF-61E3-0A0B-ECDD-C4E27CE930E0}"/>
              </a:ext>
            </a:extLst>
          </p:cNvPr>
          <p:cNvSpPr txBox="1"/>
          <p:nvPr/>
        </p:nvSpPr>
        <p:spPr>
          <a:xfrm>
            <a:off x="2401747" y="6899040"/>
            <a:ext cx="39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ESXI server acts as a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66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7E82-E99B-D87D-2E45-10327BF4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90DB4-EB78-582E-D000-9AB7931D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4582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BYPASS CODE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F9CF2-9317-0E8D-4875-4137B469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484" y="1188207"/>
            <a:ext cx="2876344" cy="2214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7670E7-367A-FEE5-AA29-21E93B9B0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966848"/>
            <a:ext cx="2994660" cy="14973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FDA70A-5784-160F-1DAB-1E0A0EC4A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29" y="3614792"/>
            <a:ext cx="2963965" cy="29522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7122B6-2349-811D-BAE8-31CED917A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527" y="3614792"/>
            <a:ext cx="2112257" cy="160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DF00AF-B8F9-D0FF-BCE0-40C349F3F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070523"/>
            <a:ext cx="3149683" cy="17757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363DBE-154B-D2FD-6AFB-0641CEDFD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897" y="5366753"/>
            <a:ext cx="2840371" cy="16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30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5901-1DC4-A640-FC94-02F141D7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644CDD-CEC9-C355-C6F9-F5B851A0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88551"/>
            <a:ext cx="2726311" cy="18231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98ECE8-CB68-F80F-0502-6AF957461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101" y="297180"/>
            <a:ext cx="2648619" cy="205174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0B49B3-22D7-920A-930A-DAF4A3B1FF94}"/>
              </a:ext>
            </a:extLst>
          </p:cNvPr>
          <p:cNvCxnSpPr/>
          <p:nvPr/>
        </p:nvCxnSpPr>
        <p:spPr>
          <a:xfrm flipH="1">
            <a:off x="4030980" y="1470660"/>
            <a:ext cx="1524000" cy="11353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13B0C5-A6BE-9D4D-F6CE-CA5D4D6D4FDB}"/>
              </a:ext>
            </a:extLst>
          </p:cNvPr>
          <p:cNvSpPr txBox="1"/>
          <p:nvPr/>
        </p:nvSpPr>
        <p:spPr>
          <a:xfrm>
            <a:off x="3649980" y="2598420"/>
            <a:ext cx="2872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After entering the bypass, it will be redirected to the website</a:t>
            </a:r>
            <a:endParaRPr lang="en-IN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F6DB96-5620-914B-B282-518977F0D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9" y="3542729"/>
            <a:ext cx="3061591" cy="26949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A6E012-230C-060A-459B-FB1CCD204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425" y="3306527"/>
            <a:ext cx="3168135" cy="1651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68E012-738B-7B44-E2B8-B1CFB8B7D076}"/>
              </a:ext>
            </a:extLst>
          </p:cNvPr>
          <p:cNvSpPr/>
          <p:nvPr/>
        </p:nvSpPr>
        <p:spPr>
          <a:xfrm>
            <a:off x="5402580" y="4302760"/>
            <a:ext cx="1056640" cy="4165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D1F24D3-5685-DE2B-52BA-35B3CF0F5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771" y="5015949"/>
            <a:ext cx="2840949" cy="20793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C0C93A-80B8-82FB-E586-D979DA4F93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281" y="7095282"/>
            <a:ext cx="2840949" cy="248149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D60D110-57FD-9FD0-1840-6BFAF47370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425" y="7410209"/>
            <a:ext cx="2700759" cy="216656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4992EA3-54A3-2CE2-0E2C-7F0D9486AF71}"/>
              </a:ext>
            </a:extLst>
          </p:cNvPr>
          <p:cNvSpPr/>
          <p:nvPr/>
        </p:nvSpPr>
        <p:spPr>
          <a:xfrm>
            <a:off x="0" y="2849880"/>
            <a:ext cx="3429000" cy="456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Bypass codes in blacklist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363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1640</TotalTime>
  <Words>235</Words>
  <Application>Microsoft Office PowerPoint</Application>
  <PresentationFormat>Custom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SASE – VA Sync with Umbrella</vt:lpstr>
      <vt:lpstr>SASE</vt:lpstr>
      <vt:lpstr>SASE</vt:lpstr>
      <vt:lpstr>SASE</vt:lpstr>
      <vt:lpstr>SASE</vt:lpstr>
      <vt:lpstr>SASE</vt:lpstr>
      <vt:lpstr>PowerPoint Presentation</vt:lpstr>
      <vt:lpstr>Root CA</vt:lpstr>
      <vt:lpstr>Root CA</vt:lpstr>
      <vt:lpstr>Social media blocked for IT users</vt:lpstr>
      <vt:lpstr>White list and Black list</vt:lpstr>
      <vt:lpstr>PowerPoint Presentation</vt:lpstr>
      <vt:lpstr>PowerPoint Presentation</vt:lpstr>
      <vt:lpstr>BYPASS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51</cp:revision>
  <dcterms:created xsi:type="dcterms:W3CDTF">2026-02-07T14:27:50Z</dcterms:created>
  <dcterms:modified xsi:type="dcterms:W3CDTF">2026-02-10T17:04:10Z</dcterms:modified>
</cp:coreProperties>
</file>