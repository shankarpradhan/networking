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4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44" d="100"/>
          <a:sy n="44" d="100"/>
        </p:scale>
        <p:origin x="2846" y="82"/>
      </p:cViewPr>
      <p:guideLst>
        <p:guide orient="horz" pos="384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5D9B70-7B5D-4517-8B72-49F2CCCAEBE6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65ACD-83A0-412D-B15F-FC79BC2D51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66542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5D9B70-7B5D-4517-8B72-49F2CCCAEBE6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65ACD-83A0-412D-B15F-FC79BC2D51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14054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5D9B70-7B5D-4517-8B72-49F2CCCAEBE6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65ACD-83A0-412D-B15F-FC79BC2D51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657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5D9B70-7B5D-4517-8B72-49F2CCCAEBE6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65ACD-83A0-412D-B15F-FC79BC2D51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26937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5D9B70-7B5D-4517-8B72-49F2CCCAEBE6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65ACD-83A0-412D-B15F-FC79BC2D51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45470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5D9B70-7B5D-4517-8B72-49F2CCCAEBE6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65ACD-83A0-412D-B15F-FC79BC2D51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78054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5D9B70-7B5D-4517-8B72-49F2CCCAEBE6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65ACD-83A0-412D-B15F-FC79BC2D51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57520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5D9B70-7B5D-4517-8B72-49F2CCCAEBE6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65ACD-83A0-412D-B15F-FC79BC2D51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31234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5D9B70-7B5D-4517-8B72-49F2CCCAEBE6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65ACD-83A0-412D-B15F-FC79BC2D51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16997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5D9B70-7B5D-4517-8B72-49F2CCCAEBE6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65ACD-83A0-412D-B15F-FC79BC2D51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3758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5D9B70-7B5D-4517-8B72-49F2CCCAEBE6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65ACD-83A0-412D-B15F-FC79BC2D51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7467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5D9B70-7B5D-4517-8B72-49F2CCCAEBE6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065ACD-83A0-412D-B15F-FC79BC2D51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1434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B2AB8-F349-1730-7705-A82DCD50C6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6858000" cy="716280"/>
          </a:xfrm>
          <a:solidFill>
            <a:schemeClr val="accent1"/>
          </a:solidFill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SASE (Secure Access Service Edge)</a:t>
            </a:r>
            <a:endParaRPr lang="en-IN" sz="36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702CEE-AE8B-FB11-A4FF-0DC5ACB75B9E}"/>
              </a:ext>
            </a:extLst>
          </p:cNvPr>
          <p:cNvSpPr txBox="1"/>
          <p:nvPr/>
        </p:nvSpPr>
        <p:spPr>
          <a:xfrm>
            <a:off x="0" y="861646"/>
            <a:ext cx="6858000" cy="89562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1. What is zero trust network access?</a:t>
            </a:r>
            <a:br>
              <a:rPr lang="en-US" sz="3200" dirty="0"/>
            </a:br>
            <a:r>
              <a:rPr lang="en-US" sz="3200" dirty="0"/>
              <a:t>A: Zero trust network access is type of trustworthiness where no user treated as fully privilege access like inside zone.</a:t>
            </a:r>
          </a:p>
          <a:p>
            <a:endParaRPr lang="en-US" sz="3200" dirty="0"/>
          </a:p>
          <a:p>
            <a:r>
              <a:rPr lang="en-US" sz="3200" dirty="0"/>
              <a:t>Each user connects with the cloud that has zero trust by default,</a:t>
            </a:r>
            <a:endParaRPr lang="en-IN" sz="3200" dirty="0"/>
          </a:p>
          <a:p>
            <a:endParaRPr lang="en-IN" sz="3200" dirty="0"/>
          </a:p>
          <a:p>
            <a:r>
              <a:rPr lang="en-US" sz="3200" dirty="0"/>
              <a:t>2. What is SASE (Secure Access Service Edge)?</a:t>
            </a:r>
          </a:p>
          <a:p>
            <a:r>
              <a:rPr lang="en-US" sz="3200" dirty="0"/>
              <a:t>A: SASE is a cloud-native architecture that combines networking and security services and delivers them from the cloud, close to the user.</a:t>
            </a:r>
            <a:br>
              <a:rPr lang="en-US" sz="3200" dirty="0"/>
            </a:br>
            <a:endParaRPr lang="en-US" sz="3200" dirty="0"/>
          </a:p>
          <a:p>
            <a:r>
              <a:rPr lang="en-US" sz="3200" dirty="0"/>
              <a:t>Instead of users going to the data center for access, security goes to the user.</a:t>
            </a:r>
          </a:p>
          <a:p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24578883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115</TotalTime>
  <Words>106</Words>
  <Application>Microsoft Office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SASE (Secure Access Service Edge)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Shankar Pradhan</dc:creator>
  <cp:lastModifiedBy>Shankar Pradhan</cp:lastModifiedBy>
  <cp:revision>3</cp:revision>
  <dcterms:created xsi:type="dcterms:W3CDTF">2026-01-31T08:50:51Z</dcterms:created>
  <dcterms:modified xsi:type="dcterms:W3CDTF">2026-01-31T10:46:11Z</dcterms:modified>
</cp:coreProperties>
</file>